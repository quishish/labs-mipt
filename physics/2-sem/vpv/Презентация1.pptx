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883" y="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3A11B-351E-4A25-B5B8-5801C4E8E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CF6D20-EE59-4830-84FE-F75090E4E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9A457C-348F-46E2-AF75-8A01CBD69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86FE-5F97-43BF-B8DC-CBA965BE5909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6B1ECF-1ECB-4189-A749-00944404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99E7CD-B322-47FC-83E0-7331EAC22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85A1-4786-4DAB-BAAB-B51FFDC59F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87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0AAA4E-DD57-44C1-AFD8-147A0C6CC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7463BB-BBFB-4A94-9863-64272ADBE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0E11CF-4016-408D-805E-0D191FC77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86FE-5F97-43BF-B8DC-CBA965BE5909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19F786-7384-4DD9-995F-0AC19EEFA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1B4C1-2E6F-4C86-A235-876A5FDF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85A1-4786-4DAB-BAAB-B51FFDC59F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8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292F8-F0E9-40F1-B3D6-4A5C149D6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54827F-24BA-4E88-A7F8-B59BD9797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A37E4D-DC8A-4AA8-86BB-B05344B6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86FE-5F97-43BF-B8DC-CBA965BE5909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B6420E-28E9-495B-AA44-3C3A9EBB4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A103EF-A69F-4FDB-A51F-1EE4184D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85A1-4786-4DAB-BAAB-B51FFDC59F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63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BCAD6-ADDF-41BC-AD73-1B7CC333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67B374-A49F-4A07-AC45-373257E78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7BCE9DA-D4A9-4968-9A8C-112D9D920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1DA094-3F42-473F-B61B-C45192C9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86FE-5F97-43BF-B8DC-CBA965BE5909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7B9D59-4093-4D43-A866-B8ED9FA28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18B3EE-CAD6-42A1-8368-9722042F3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85A1-4786-4DAB-BAAB-B51FFDC59F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089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B4FAD-6108-45C1-A7CF-06BB7514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1C5FE6-CE44-4D24-8E78-6D8885813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EDE1BA-D72D-4B70-92C8-2193C7DFA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8A5C797-C879-4CF7-965E-565C07D26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E71C0A9-AF14-4FF6-AEC5-245DF52F4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918CFFD-1FED-40EF-89ED-DAE440E8C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86FE-5F97-43BF-B8DC-CBA965BE5909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557265B-E73B-4EE2-9742-3BAA5B98E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B16B32-28B4-4380-86C0-CE8852E30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85A1-4786-4DAB-BAAB-B51FFDC59F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22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71058-240A-4B11-8000-5322C853F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6EC156D-29F4-4615-BBE0-A39F640A7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86FE-5F97-43BF-B8DC-CBA965BE5909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68F5CA-72A4-4B9B-83D5-C7BB2EBA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B3E006-69E9-47AE-9CA9-EFE2B7B19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85A1-4786-4DAB-BAAB-B51FFDC59F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12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1C7F0CE-EC5A-4C75-9971-59A853C91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86FE-5F97-43BF-B8DC-CBA965BE5909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2DA19AA-6403-4DFC-AC10-77B0E2F73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0E539C-9CB7-40CF-82E6-8C6EB77B4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85A1-4786-4DAB-BAAB-B51FFDC59F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49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895CD-1FFB-4E57-80DF-A4A97B7CA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CA4EA3-CCD6-480D-8499-7B97CA283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CF85C-1BC7-4F5C-951A-CEF00BBA1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CA240B-E422-416B-930C-B45BBF4C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86FE-5F97-43BF-B8DC-CBA965BE5909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FF2CF5-5E97-41E0-B4C5-29741CD7F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3F765E-C941-46C1-A5B1-06A9A056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85A1-4786-4DAB-BAAB-B51FFDC59F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224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F7FDF4-192B-4C1C-8012-3D969165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E8EC084-98D3-480A-9C0D-7FB23090E4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E5F464-3B64-4DAB-9F56-6B5DA4C11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29BD63-2AAE-490A-9ADE-AB9005BFC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86FE-5F97-43BF-B8DC-CBA965BE5909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CAF5BB-52B4-4FD0-B051-773AD927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32C464-C66F-444C-B5BB-E13DCFED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85A1-4786-4DAB-BAAB-B51FFDC59F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03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5BBD3-413B-493D-A26B-F05BD6EE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A74ABBE-A67C-4F90-886D-FD2D3FB63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89D1F6-C2FC-4D12-8420-F0B43B8A9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86FE-5F97-43BF-B8DC-CBA965BE5909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CDF339-A27B-4D37-B8D4-7D7CDFD54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27CCB8-02DC-43B0-983A-2F7A21554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85A1-4786-4DAB-BAAB-B51FFDC59F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11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FC8F19A-EF7C-4351-AB96-530E4BFB7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E21DD7-52C2-45F4-88FE-E336244DD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E9BC9D-1082-4E30-A1F0-DD528DD3C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86FE-5F97-43BF-B8DC-CBA965BE5909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FFDBF2-2F6E-44BA-9FB3-581C2F8D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60D251-A78F-4431-8999-8787D4022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85A1-4786-4DAB-BAAB-B51FFDC59F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86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5582C0-A7BC-4E12-9A69-3D709C55A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F2C7AD-135C-47E1-AB77-45A61061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D35D6E-62ED-4349-9A3F-8E098D62A6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886FE-5F97-43BF-B8DC-CBA965BE5909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BF231E-C063-4BAC-8948-7CAC437C1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F250FF-CB6F-48E8-95AB-21C399E53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C85A1-4786-4DAB-BAAB-B51FFDC59F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46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C80DDC-2E01-41C5-AD7A-A7BA5029C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494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D0DCB63-7373-4033-830F-2EFC73FA3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10" y="133183"/>
            <a:ext cx="4948875" cy="659163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C25270-91B6-40AE-8736-8A84452B9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515" y="133183"/>
            <a:ext cx="4948875" cy="659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04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67E7B7-53BD-464E-9C53-327DE2147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155" y="349857"/>
            <a:ext cx="7752398" cy="582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3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10D25E-9515-4662-9F94-23ED0F132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152" y="0"/>
            <a:ext cx="86116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7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5B72BF-69F3-4B2B-9969-D538EB3C4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080" y="3568069"/>
            <a:ext cx="8117840" cy="32223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ED3DCE-7C13-49E4-BACA-0DD154F2D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080" y="162017"/>
            <a:ext cx="8117840" cy="300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82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271745-2337-4469-A977-961D211B9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554" y="256064"/>
            <a:ext cx="7968890" cy="295243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4725CC-DE65-45A3-9CB7-F865DD21C4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556" y="3649506"/>
            <a:ext cx="7968888" cy="295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190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2DC0B32-49B7-4438-846B-F625B4A00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980" y="129866"/>
            <a:ext cx="8448040" cy="312995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57816F-669E-4AA2-8241-E32914A7BA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980" y="3429000"/>
            <a:ext cx="8448040" cy="312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0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4FC930-C701-4755-A736-E967F9082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0" y="3647758"/>
            <a:ext cx="8200660" cy="30383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521A6F-7196-4284-BCE7-EB5F2DA46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0" y="171942"/>
            <a:ext cx="8200660" cy="304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3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FBEA68-BCDC-498E-981F-5EBA835C9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119" y="3535680"/>
            <a:ext cx="8577762" cy="317801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B19826-EA74-4F64-86FC-23836129B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119" y="144306"/>
            <a:ext cx="8577763" cy="317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483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Широкоэкранный</PresentationFormat>
  <Paragraphs>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Илья</dc:creator>
  <cp:lastModifiedBy>Илья</cp:lastModifiedBy>
  <cp:revision>1</cp:revision>
  <dcterms:created xsi:type="dcterms:W3CDTF">2026-06-19T21:49:27Z</dcterms:created>
  <dcterms:modified xsi:type="dcterms:W3CDTF">2026-06-19T21:55:06Z</dcterms:modified>
</cp:coreProperties>
</file>